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45DCA-B88C-4DB4-897C-0C61612D4162}" v="1" dt="2026-04-15T04:08:01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UW" userId="3e3f07bc71e94da4" providerId="LiveId" clId="{2C098BCA-A3CD-49AC-89B5-B7E34B386C0A}"/>
    <pc:docChg chg="undo custSel modSld">
      <pc:chgData name="Roberto UW" userId="3e3f07bc71e94da4" providerId="LiveId" clId="{2C098BCA-A3CD-49AC-89B5-B7E34B386C0A}" dt="2026-04-15T04:08:01.572" v="99"/>
      <pc:docMkLst>
        <pc:docMk/>
      </pc:docMkLst>
      <pc:sldChg chg="modSp mod">
        <pc:chgData name="Roberto UW" userId="3e3f07bc71e94da4" providerId="LiveId" clId="{2C098BCA-A3CD-49AC-89B5-B7E34B386C0A}" dt="2026-04-15T04:08:01.572" v="99"/>
        <pc:sldMkLst>
          <pc:docMk/>
          <pc:sldMk cId="4206088364" sldId="257"/>
        </pc:sldMkLst>
        <pc:graphicFrameChg chg="mod">
          <ac:chgData name="Roberto UW" userId="3e3f07bc71e94da4" providerId="LiveId" clId="{2C098BCA-A3CD-49AC-89B5-B7E34B386C0A}" dt="2026-04-15T04:08:01.572" v="99"/>
          <ac:graphicFrameMkLst>
            <pc:docMk/>
            <pc:sldMk cId="4206088364" sldId="257"/>
            <ac:graphicFrameMk id="3" creationId="{0B85FC3D-90D6-44F3-838D-7966DDE35645}"/>
          </ac:graphicFrameMkLst>
        </pc:graphicFrameChg>
        <pc:graphicFrameChg chg="modGraphic">
          <ac:chgData name="Roberto UW" userId="3e3f07bc71e94da4" providerId="LiveId" clId="{2C098BCA-A3CD-49AC-89B5-B7E34B386C0A}" dt="2026-04-14T18:20:08.609" v="81" actId="20577"/>
          <ac:graphicFrameMkLst>
            <pc:docMk/>
            <pc:sldMk cId="4206088364" sldId="257"/>
            <ac:graphicFrameMk id="4" creationId="{9C5FAAD9-24B9-4589-7E07-599CD86E9A5C}"/>
          </ac:graphicFrameMkLst>
        </pc:graphicFrameChg>
      </pc:sldChg>
      <pc:sldChg chg="modSp mod">
        <pc:chgData name="Roberto UW" userId="3e3f07bc71e94da4" providerId="LiveId" clId="{2C098BCA-A3CD-49AC-89B5-B7E34B386C0A}" dt="2026-04-14T18:20:45.875" v="98" actId="20577"/>
        <pc:sldMkLst>
          <pc:docMk/>
          <pc:sldMk cId="4077838848" sldId="258"/>
        </pc:sldMkLst>
        <pc:spChg chg="mod">
          <ac:chgData name="Roberto UW" userId="3e3f07bc71e94da4" providerId="LiveId" clId="{2C098BCA-A3CD-49AC-89B5-B7E34B386C0A}" dt="2026-04-14T18:20:45.875" v="98" actId="20577"/>
          <ac:spMkLst>
            <pc:docMk/>
            <pc:sldMk cId="4077838848" sldId="258"/>
            <ac:spMk id="5" creationId="{0A289F2F-9E68-1178-FE98-5CE638EBC1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46156057"/>
              </p:ext>
            </p:extLst>
          </p:nvPr>
        </p:nvGraphicFramePr>
        <p:xfrm>
          <a:off x="498835" y="2118339"/>
          <a:ext cx="11232490" cy="1777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Roberto Xavier </a:t>
                      </a:r>
                      <a:r>
                        <a:rPr lang="es-PE" sz="1600" dirty="0" err="1"/>
                        <a:t>Upiachihua</a:t>
                      </a:r>
                      <a:r>
                        <a:rPr lang="es-PE" sz="1600" dirty="0"/>
                        <a:t> Wong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Trabajo individual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51709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Aerolinea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https://www.unitemplates.com/joomla-templates/construction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s-PE" sz="1800">
                <a:solidFill>
                  <a:schemeClr val="tx2"/>
                </a:solidFill>
              </a:rPr>
              <a:t>Sin incidencias</a:t>
            </a:r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114</Words>
  <Application>Microsoft Office PowerPoint</Application>
  <PresentationFormat>Panorámica</PresentationFormat>
  <Paragraphs>19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Roberto UW</cp:lastModifiedBy>
  <cp:revision>19</cp:revision>
  <dcterms:created xsi:type="dcterms:W3CDTF">2022-09-09T21:19:54Z</dcterms:created>
  <dcterms:modified xsi:type="dcterms:W3CDTF">2026-04-16T20:55:19Z</dcterms:modified>
</cp:coreProperties>
</file>