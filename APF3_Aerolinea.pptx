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30270460"/>
              </p:ext>
            </p:extLst>
          </p:nvPr>
        </p:nvGraphicFramePr>
        <p:xfrm>
          <a:off x="498835" y="2118339"/>
          <a:ext cx="11232490" cy="1777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Roberto Xavier </a:t>
                      </a:r>
                      <a:r>
                        <a:rPr lang="es-PE" sz="1600" dirty="0" err="1"/>
                        <a:t>Upiachihua</a:t>
                      </a:r>
                      <a:r>
                        <a:rPr lang="es-PE" sz="1600" dirty="0"/>
                        <a:t> Wong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600" dirty="0"/>
                        <a:t>Trabajo individual.</a:t>
                      </a:r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053621"/>
              </p:ext>
            </p:extLst>
          </p:nvPr>
        </p:nvGraphicFramePr>
        <p:xfrm>
          <a:off x="498835" y="134997"/>
          <a:ext cx="11232490" cy="19394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53965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8378525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NRC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25664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Aerolínea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365075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https://www.unitemplates.com/joomla-templates/construction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76425">
                <a:tc>
                  <a:txBody>
                    <a:bodyPr/>
                    <a:lstStyle/>
                    <a:p>
                      <a:r>
                        <a:rPr lang="es-ES" dirty="0"/>
                        <a:t>URL de hosting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https://apf3-aerolinea.netlify.app/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PA.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s-PE" sz="1800">
                <a:solidFill>
                  <a:schemeClr val="tx2"/>
                </a:solidFill>
              </a:rPr>
              <a:t>Sin incidencias</a:t>
            </a:r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126</Words>
  <Application>Microsoft Office PowerPoint</Application>
  <PresentationFormat>Panorámica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PA.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Roberto UW</cp:lastModifiedBy>
  <cp:revision>22</cp:revision>
  <dcterms:created xsi:type="dcterms:W3CDTF">2022-09-09T21:19:54Z</dcterms:created>
  <dcterms:modified xsi:type="dcterms:W3CDTF">2026-06-27T09:40:23Z</dcterms:modified>
</cp:coreProperties>
</file>